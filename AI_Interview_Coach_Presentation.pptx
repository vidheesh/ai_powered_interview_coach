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2011680"/>
            <a:ext cx="109728" cy="274320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AI-Powered Interview Coach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4A3B8"/>
                </a:solidFill>
                <a:latin typeface="Calibri"/>
              </a:defRPr>
            </a:pPr>
            <a:r>
              <a:t>An Intelligent Mock Interview Platform with Real-Time Feedback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611880"/>
            <a:ext cx="32004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B82F6"/>
                </a:solidFill>
                <a:latin typeface="Calibri"/>
              </a:defRPr>
            </a:pPr>
            <a:r>
              <a:t>Full-Stack Web Application  •  Machine Learning  •  NLP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February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80943" y="3908290"/>
            <a:ext cx="1645920" cy="109728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/>
            </a:pPr>
            <a:r>
              <a:rPr dirty="0"/>
              <a:t>🎯</a:t>
            </a:r>
          </a:p>
          <a:p>
            <a:pPr algn="ctr">
              <a:defRPr sz="1200">
                <a:solidFill>
                  <a:srgbClr val="E2E8F0"/>
                </a:solidFill>
              </a:defRPr>
            </a:pPr>
            <a:r>
              <a:rPr dirty="0"/>
              <a:t>AI Questions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37824" y="3908290"/>
            <a:ext cx="1645920" cy="109728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/>
            </a:pPr>
            <a:r>
              <a:t>👁</a:t>
            </a:r>
          </a:p>
          <a:p>
            <a:pPr algn="ctr">
              <a:defRPr sz="1200">
                <a:solidFill>
                  <a:srgbClr val="E2E8F0"/>
                </a:solidFill>
              </a:defRPr>
            </a:pPr>
            <a:r>
              <a:t>Eye Tracking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80943" y="5188450"/>
            <a:ext cx="1645920" cy="109728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/>
            </a:pPr>
            <a:r>
              <a:t>🗣</a:t>
            </a:r>
          </a:p>
          <a:p>
            <a:pPr algn="ctr">
              <a:defRPr sz="1200">
                <a:solidFill>
                  <a:srgbClr val="E2E8F0"/>
                </a:solidFill>
              </a:defRPr>
            </a:pPr>
            <a:r>
              <a:t>Speech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37824" y="5188450"/>
            <a:ext cx="1645920" cy="109728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/>
            </a:pPr>
            <a:r>
              <a:t>🧠</a:t>
            </a:r>
          </a:p>
          <a:p>
            <a:pPr algn="ctr">
              <a:defRPr sz="1200">
                <a:solidFill>
                  <a:srgbClr val="E2E8F0"/>
                </a:solidFill>
              </a:defRPr>
            </a:pPr>
            <a:r>
              <a:t>NLP Scoring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What is the AI Interview Coach?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6400800" cy="228600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5943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Calibri"/>
              </a:defRPr>
            </a:pPr>
            <a:r>
              <a:t>The AI-Powered Interview Coach is a full-stack web application that simulates real technical interviews using Google Gemini AI. It provides real-time feedback on eye contact, facial emotions, speech delivery, and answer content — helping candidates prepare effectively for job interviews.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2560320" cy="201168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0120" y="480060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5486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AI Interviewer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8521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Gemini-powered question</a:t>
            </a:r>
            <a:br/>
            <a:r>
              <a:t>generation tailored to</a:t>
            </a:r>
            <a:br/>
            <a:r>
              <a:t>JD &amp; Resume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4572000"/>
            <a:ext cx="2560320" cy="201168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794760" y="480060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5486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Gaze &amp; Emotion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58521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Real-time eye tracking</a:t>
            </a:r>
            <a:br/>
            <a:r>
              <a:t>&amp; facial emotion</a:t>
            </a:r>
            <a:br/>
            <a:r>
              <a:t>analysis via OpenCV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572000"/>
            <a:ext cx="2560320" cy="201168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629400" y="480060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5486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Speech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58521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Whisper transcription,</a:t>
            </a:r>
            <a:br/>
            <a:r>
              <a:t>WPM, filler detection,</a:t>
            </a:r>
            <a:br/>
            <a:r>
              <a:t>pitch &amp; fluency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4572000"/>
            <a:ext cx="2560320" cy="201168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464040" y="480060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5486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NLP Scoring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40" y="58521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Content evaluation:</a:t>
            </a:r>
            <a:br/>
            <a:r>
              <a:t>Relevance, Structure,</a:t>
            </a:r>
            <a:br/>
            <a:r>
              <a:t>Clarity, Correctness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1920240"/>
            <a:ext cx="3931920" cy="228600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63840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⚡ Problem Statement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246888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• Interview anxiety is widespread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• No affordable feedback tools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• Generic Q&amp;A apps lack context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• No real-time behavioral feedback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• Manual coaching is expensive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Three-tier architecture with microservices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383280" cy="45720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83280" cy="50292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Frontend (Client)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Browser-based SPA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2608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rPr dirty="0"/>
              <a:t>▸ HTML5 / CSS3 / Vanilla JS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rPr dirty="0"/>
              <a:t>▸ WebRTC Camera &amp; Mic Access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rPr dirty="0"/>
              <a:t>▸ </a:t>
            </a:r>
            <a:r>
              <a:rPr dirty="0" err="1"/>
              <a:t>MediaRecorder</a:t>
            </a:r>
            <a:r>
              <a:rPr dirty="0"/>
              <a:t> API for Recording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rPr dirty="0"/>
              <a:t>▸ Web Speech API (Recognition + TTS)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rPr dirty="0"/>
              <a:t>▸ Canvas API for Frame Capture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920240"/>
            <a:ext cx="3383280" cy="45720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297680" y="1920240"/>
            <a:ext cx="3383280" cy="5029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34840" y="1965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Backend (Node.js)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514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Express.js REST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92608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▸ Express.js v5 (Port 3000)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▸ JWT Authentication (bcrypt)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▸ Multer File Upload Handler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▸ Google Gemini AI Integration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▸ Session &amp; Question Management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1920240"/>
            <a:ext cx="3383280" cy="457200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863840" y="1920240"/>
            <a:ext cx="3383280" cy="5029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01000" y="1965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AI / ML Services (Python)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2514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Flask Microservice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292608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▸ Flask API Server (Port 5000)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▸ OpenAI Whisper (Transcription)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▸ OpenCV + Haar Cascades (Gaze)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▸ FER / DeepFace (Emotions)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▸ Librosa (Audio Analysis)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16163" y="5715000"/>
            <a:ext cx="4846320" cy="82296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901440" y="58750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🗄  PostgreSQL Database  —  Users • Questions • Sessions • Transcripts • Analysis Results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3840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3B82F6"/>
                </a:solidFill>
                <a:latin typeface="Calibri"/>
              </a:defRPr>
            </a:pPr>
            <a:r>
              <a:rPr dirty="0"/>
              <a:t>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3840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3B82F6"/>
                </a:solidFill>
                <a:latin typeface="Calibri"/>
              </a:defRPr>
            </a:pPr>
            <a:r>
              <a:rPr dirty="0"/>
              <a:t>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Full-stack technology ecosystem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20240"/>
            <a:ext cx="2697480" cy="45720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68880"/>
            <a:ext cx="2697480" cy="749808"/>
          </a:xfrm>
          <a:prstGeom prst="roundRect">
            <a:avLst/>
          </a:prstGeom>
          <a:solidFill>
            <a:srgbClr val="16203A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25146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HTML5 / CSS3 / 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8346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Core web technologies for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10128"/>
            <a:ext cx="2697480" cy="749808"/>
          </a:xfrm>
          <a:prstGeom prst="roundRect">
            <a:avLst/>
          </a:prstGeom>
          <a:solidFill>
            <a:srgbClr val="16203A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335584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WebRTC / MediaRecorder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6758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Camera, mic access &amp; recording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51376"/>
            <a:ext cx="2697480" cy="749808"/>
          </a:xfrm>
          <a:prstGeom prst="roundRect">
            <a:avLst/>
          </a:prstGeom>
          <a:solidFill>
            <a:srgbClr val="16203A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419709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Web Speech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51713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Real-time speech recognition &amp; TTS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992624"/>
            <a:ext cx="2697480" cy="749808"/>
          </a:xfrm>
          <a:prstGeom prst="roundRect">
            <a:avLst/>
          </a:prstGeom>
          <a:solidFill>
            <a:srgbClr val="16203A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" y="503834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Chart.js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35838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Performance visualization charts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833872"/>
            <a:ext cx="2697480" cy="749808"/>
          </a:xfrm>
          <a:prstGeom prst="roundRect">
            <a:avLst/>
          </a:prstGeom>
          <a:solidFill>
            <a:srgbClr val="16203A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58795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Face-API.js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1996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Client-side face detection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37560" y="1920240"/>
            <a:ext cx="2697480" cy="4572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29000" y="196596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37560" y="2468880"/>
            <a:ext cx="2697480" cy="749808"/>
          </a:xfrm>
          <a:prstGeom prst="roundRect">
            <a:avLst/>
          </a:prstGeom>
          <a:solidFill>
            <a:srgbClr val="16203A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447288" y="25146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Node.js + Express v5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47288" y="28346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RESTful API server (Port 3000)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37560" y="3310128"/>
            <a:ext cx="2697480" cy="749808"/>
          </a:xfrm>
          <a:prstGeom prst="roundRect">
            <a:avLst/>
          </a:prstGeom>
          <a:solidFill>
            <a:srgbClr val="16203A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47288" y="335584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PostgreSQL (pg)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47288" y="36758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Relational database for all data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37560" y="4151376"/>
            <a:ext cx="2697480" cy="749808"/>
          </a:xfrm>
          <a:prstGeom prst="roundRect">
            <a:avLst/>
          </a:prstGeom>
          <a:solidFill>
            <a:srgbClr val="16203A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47288" y="419709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JWT + bcrypt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47288" y="451713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Secure authentication &amp; sessions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37560" y="4992624"/>
            <a:ext cx="2697480" cy="749808"/>
          </a:xfrm>
          <a:prstGeom prst="roundRect">
            <a:avLst/>
          </a:prstGeom>
          <a:solidFill>
            <a:srgbClr val="16203A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447288" y="503834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Multer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47288" y="535838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Multipart file upload handling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37560" y="5833872"/>
            <a:ext cx="2697480" cy="749808"/>
          </a:xfrm>
          <a:prstGeom prst="roundRect">
            <a:avLst/>
          </a:prstGeom>
          <a:solidFill>
            <a:srgbClr val="16203A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447288" y="58795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Google Gemini 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47288" y="61996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LLM for Q&amp;A generation &amp; NLP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1920240"/>
            <a:ext cx="2697480" cy="45720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09360" y="196596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AI / ML (Python)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2468880"/>
            <a:ext cx="2697480" cy="749808"/>
          </a:xfrm>
          <a:prstGeom prst="roundRect">
            <a:avLst/>
          </a:prstGeom>
          <a:solidFill>
            <a:srgbClr val="16203A"/>
          </a:solidFill>
          <a:ln w="952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27648" y="25146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Flask + Flask-CORS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27648" y="28346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Python microservice (Port 5000)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3310128"/>
            <a:ext cx="2697480" cy="749808"/>
          </a:xfrm>
          <a:prstGeom prst="roundRect">
            <a:avLst/>
          </a:prstGeom>
          <a:solidFill>
            <a:srgbClr val="16203A"/>
          </a:solidFill>
          <a:ln w="952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27648" y="335584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OpenAI Whisper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27648" y="36758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Speech-to-text transcription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17920" y="4151376"/>
            <a:ext cx="2697480" cy="749808"/>
          </a:xfrm>
          <a:prstGeom prst="roundRect">
            <a:avLst/>
          </a:prstGeom>
          <a:solidFill>
            <a:srgbClr val="16203A"/>
          </a:solidFill>
          <a:ln w="952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27648" y="419709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OpenCV + Haar Cascades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27648" y="451713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Face &amp; eye detection for gaze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0" y="4992624"/>
            <a:ext cx="2697480" cy="749808"/>
          </a:xfrm>
          <a:prstGeom prst="roundRect">
            <a:avLst/>
          </a:prstGeom>
          <a:solidFill>
            <a:srgbClr val="16203A"/>
          </a:solidFill>
          <a:ln w="952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327648" y="503834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FER + TensorFlow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27648" y="535838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Facial emotion recognition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17920" y="5833872"/>
            <a:ext cx="2697480" cy="749808"/>
          </a:xfrm>
          <a:prstGeom prst="roundRect">
            <a:avLst/>
          </a:prstGeom>
          <a:solidFill>
            <a:srgbClr val="16203A"/>
          </a:solidFill>
          <a:ln w="952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327648" y="58795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Librosa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27648" y="61996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Audio feature extraction &amp; analysis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098280" y="1920240"/>
            <a:ext cx="269748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189720" y="196596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ML Models &amp; NLP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098280" y="2468880"/>
            <a:ext cx="2697480" cy="749808"/>
          </a:xfrm>
          <a:prstGeom prst="roundRect">
            <a:avLst/>
          </a:prstGeom>
          <a:solidFill>
            <a:srgbClr val="16203A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208008" y="25146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TF-IDF + Cosine Sim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08008" y="28346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Resume-JD matching &amp; scoring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098280" y="3310128"/>
            <a:ext cx="2697480" cy="749808"/>
          </a:xfrm>
          <a:prstGeom prst="roundRect">
            <a:avLst/>
          </a:prstGeom>
          <a:solidFill>
            <a:srgbClr val="16203A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208008" y="335584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DeepFace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08008" y="36758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Video emotion analysis pipeline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098280" y="4151376"/>
            <a:ext cx="2697480" cy="749808"/>
          </a:xfrm>
          <a:prstGeom prst="roundRect">
            <a:avLst/>
          </a:prstGeom>
          <a:solidFill>
            <a:srgbClr val="16203A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208008" y="419709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MediaPipe Face Mesh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208008" y="451713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468-point facial landmark detection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098280" y="4992624"/>
            <a:ext cx="2697480" cy="749808"/>
          </a:xfrm>
          <a:prstGeom prst="roundRect">
            <a:avLst/>
          </a:prstGeom>
          <a:solidFill>
            <a:srgbClr val="16203A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208008" y="503834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Scikit-learn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08008" y="535838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Feature vectorization &amp; similarity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098280" y="5833872"/>
            <a:ext cx="2697480" cy="749808"/>
          </a:xfrm>
          <a:prstGeom prst="roundRect">
            <a:avLst/>
          </a:prstGeom>
          <a:solidFill>
            <a:srgbClr val="16203A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208008" y="58795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Google Gemini API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208008" y="61996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Content scoring (Relevance etc.)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Development approach &amp;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303520" cy="475488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Calibri"/>
              </a:defRPr>
            </a:pPr>
            <a:r>
              <a:t>🔄 Agile Development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1. Requirements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Identified core pain points: interview anxiety, lack of personalized feedback, absence of real-time behavioral analysis tools.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6499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2. System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63931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Designed three-tier architecture separating frontend, Node.js API backend, and Python ML microservice for scalability.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1696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3. Iterative Development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4398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Built features incrementally: Auth → Recording → Transcription → Gaze Detection → Emotion → NLP Scoring.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97433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4. Integration &amp;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24865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Connected all microservices, tested end-to-end interview flow, debugged camera/audio/API interactions.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77900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5. Evaluation &amp; Refinement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605332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User testing, fixing edge cases (codec issues, race conditions, API rate limits), UI/UX polish.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920240"/>
            <a:ext cx="5303520" cy="475488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0" y="2011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Calibri"/>
              </a:defRPr>
            </a:pPr>
            <a:r>
              <a:t>📡 Interview Data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560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Step 1: Setup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8346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User uploads Resume + Job Description → Gemini AI generates 5 tailored questions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36499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Step 2: Recording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63931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WebRTC captures video + audio per question → MediaRecorder saves .webm blobs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1696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Step 3: Real-Time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44398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Canvas captures frames → sent to Flask /gaze-detect → OpenCV + FER process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97433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Step 4: Post-Processing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524865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Batch transcription via Whisper → Audio analysis via Librosa → NLP via Gemini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77900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Step 5: Results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605332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Metrics compiled → Confidence, Content Quality, Expression Timeline, Speech Charts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Implementation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Part 1: Authentication, API &amp; Database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74720" cy="457200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74720" cy="4572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🔒 Authentication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▸ JWT-based stateless auth (24h expiry)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▸ bcrypt password hashing (10 salt rounds)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▸ Input validation middleware layer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▸ Protected routes via auth middleware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▸ Register / Login / Profile CRUD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▸ Token stored in localStorage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920240"/>
            <a:ext cx="3474720" cy="457200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480560" y="1920240"/>
            <a:ext cx="3474720" cy="45720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1965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🌐 REST API Endpoints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56032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▸ POST /auth/register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▸ POST /auth/login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▸ GET  /auth/profile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▸ POST /interview/chat (Gemini)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▸ POST /interview/upload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▸ POST /interview/process-batch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▸ GET  /interview/sessions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▸ POST /compare-jd (Python proxy)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920240"/>
            <a:ext cx="3474720" cy="457200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29600" y="1920240"/>
            <a:ext cx="347472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1965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🗄 PostgreSQL Schema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56032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▸ users: id, name, email, password,</a:t>
            </a:r>
            <a:br/>
            <a:r>
              <a:t>  created_at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▸ questions: id, category, text</a:t>
            </a:r>
            <a:br/>
            <a:r>
              <a:t>  (Seeded with behavioral + technical Q's)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▸ sessions: id, user_id, question_id,</a:t>
            </a:r>
            <a:br/>
            <a:r>
              <a:t>  video_url, transcript,</a:t>
            </a:r>
            <a:br/>
            <a:r>
              <a:t>  analysis_results (JSONB),</a:t>
            </a:r>
            <a:br/>
            <a:r>
              <a:t>  interview_group_id, question_text,</a:t>
            </a:r>
            <a:br/>
            <a:r>
              <a:t>  created_at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Implementation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Part 2: AI/ML Models &amp; Analysis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74720" cy="210312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👁 Real-Time Gaze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• Haar Cascade face &amp; eye detection</a:t>
            </a:r>
            <a:br/>
            <a:r>
              <a:t>• Face position tracking (15%-85% range)</a:t>
            </a:r>
            <a:br/>
            <a:r>
              <a:t>• Eye movement std deviation analysis</a:t>
            </a:r>
            <a:br/>
            <a:r>
              <a:t>• Patterns: Focused, Reading, Searching</a:t>
            </a:r>
            <a:br/>
            <a:r>
              <a:t>• 5 FPS sampling via Canvas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920240"/>
            <a:ext cx="3474720" cy="210312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2011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😊 Facial Emotion Recognition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3317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• FER library (OpenCV backend)</a:t>
            </a:r>
            <a:br/>
            <a:r>
              <a:t>• 7 emotions: Happy, Sad, Angry, Fear,</a:t>
            </a:r>
            <a:br/>
            <a:r>
              <a:t>  Surprise, Disgust, Neutral</a:t>
            </a:r>
            <a:br/>
            <a:r>
              <a:t>• Per-question dominant emotion tracking</a:t>
            </a:r>
            <a:br/>
            <a:r>
              <a:t>• DeepFace for post-processing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920240"/>
            <a:ext cx="3474720" cy="210312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0" y="2011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🗣 Speech &amp; Audio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3317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• OpenAI Whisper (base) transcription</a:t>
            </a:r>
            <a:br/>
            <a:r>
              <a:t>• Librosa: pitch, pause ratio, duration</a:t>
            </a:r>
            <a:br/>
            <a:r>
              <a:t>• WPM calculation (ideal: 120-150)</a:t>
            </a:r>
            <a:br/>
            <a:r>
              <a:t>• Filler word detection (um, uh, like…)</a:t>
            </a:r>
            <a:br/>
            <a:r>
              <a:t>• Clarity &amp; Fluency scoring (0-100)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97680"/>
            <a:ext cx="5303520" cy="237744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3891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CF6"/>
                </a:solidFill>
                <a:latin typeface="Calibri"/>
              </a:defRPr>
            </a:pPr>
            <a:r>
              <a:t>🧠 NLP Content Analysis (Google Gemini)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548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• Answers scored on 4 dimensions (1-10 each):</a:t>
            </a:r>
            <a:br/>
            <a:r>
              <a:t>   Relevance — Did they answer the specific question?</a:t>
            </a:r>
            <a:br/>
            <a:r>
              <a:t>   Structure — Logical flow (e.g. STAR method)?</a:t>
            </a:r>
            <a:br/>
            <a:r>
              <a:t>   Clarity — Easy to understand?</a:t>
            </a:r>
            <a:br/>
            <a:r>
              <a:t>   Correctness — Technically accurate per the JD?</a:t>
            </a:r>
            <a:br/>
            <a:r>
              <a:t>• AI generates Key_Feedback (one-sentence summary)</a:t>
            </a:r>
            <a:br/>
            <a:r>
              <a:t>• Prompt-engineered for consistent JSON output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297680"/>
            <a:ext cx="5303520" cy="237744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43891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Calibri"/>
              </a:defRPr>
            </a:pPr>
            <a:r>
              <a:t>📄 Resume – Job Description Matching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7548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• PDF text extraction via PyPDF</a:t>
            </a:r>
            <a:br/>
            <a:r>
              <a:t>• Text normalization &amp; cleaning</a:t>
            </a:r>
            <a:br/>
            <a:r>
              <a:t>• TF-IDF Vectorization (scikit-learn)</a:t>
            </a:r>
            <a:br/>
            <a:r>
              <a:t>• Cosine Similarity scoring (0-100%)</a:t>
            </a:r>
            <a:br/>
            <a:r>
              <a:t>• Missing keyword identification</a:t>
            </a:r>
            <a:br/>
            <a:r>
              <a:t>• Results feed into question generation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Implementation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Part 3: Frontend, UI/UX &amp; Interview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6087" y="1975926"/>
            <a:ext cx="11582571" cy="179070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🔄 Complete Interview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423160"/>
            <a:ext cx="1234440" cy="1005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45059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43200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rPr dirty="0"/>
              <a:t>JD + Resume</a:t>
            </a:r>
            <a:br>
              <a:rPr dirty="0"/>
            </a:br>
            <a:r>
              <a:rPr dirty="0"/>
              <a:t>Upload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6060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2423160"/>
            <a:ext cx="1234440" cy="1005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51760" y="245059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743200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Gemini</a:t>
            </a:r>
            <a:br/>
            <a:r>
              <a:t>Generates Q's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6060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423160"/>
            <a:ext cx="1234440" cy="1005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89120" y="245059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743200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Camera +</a:t>
            </a:r>
            <a:br/>
            <a:r>
              <a:t>Mic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6060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2423160"/>
            <a:ext cx="1234440" cy="1005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26480" y="245059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B5CF6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743200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Per-Q</a:t>
            </a:r>
            <a:br/>
            <a:r>
              <a:t>Recording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26060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0" y="2423160"/>
            <a:ext cx="1234440" cy="1005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63840" y="245059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F4444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60" y="2743200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5s Silence</a:t>
            </a:r>
            <a:br/>
            <a:r>
              <a:t>→ Auto-submit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6060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0" y="2423160"/>
            <a:ext cx="1234440" cy="1005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0" y="245059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2743200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Batch</a:t>
            </a:r>
            <a:br/>
            <a:r>
              <a:t>Processing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26060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Calibri"/>
              </a:defRPr>
            </a:pPr>
            <a:r>
              <a:rPr dirty="0"/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231880" y="2423160"/>
            <a:ext cx="828099" cy="957038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976007" y="249631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rPr dirty="0"/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95658" y="2770632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rPr dirty="0"/>
              <a:t>Results</a:t>
            </a:r>
            <a:br>
              <a:rPr dirty="0"/>
            </a:br>
            <a:r>
              <a:rPr dirty="0"/>
              <a:t>Dashboard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023360"/>
            <a:ext cx="3474720" cy="274320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🖥 Pages &amp; Views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457200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▸ Login / Register with validation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▸ Dashboard with interview history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▸ JD-Resume comparison tool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▸ Live interview session view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▸ Post-interview results display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80559" y="4023360"/>
            <a:ext cx="3474720" cy="274320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617719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🎨 UI/UX Features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17719" y="457200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▸ Dark theme with glassmorphism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▸ Responsive grid layouts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▸ Animated recording indicator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▸ Real-time transcript display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▸ Emotion badge overlay on video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598" y="4023360"/>
            <a:ext cx="3474720" cy="274320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66758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⚡ Real-Time Features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58" y="457200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▸ WebRTC live camera preview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▸ Gaze warning ("LOOK AT CAMERA")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▸ Speech-to-text live transcript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▸ Auto-submit on 5s silence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▸ Text-to-speech question reading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Modular, organized codebase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029200" cy="475488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Calibri"/>
              </a:defRPr>
            </a:pPr>
            <a:r>
              <a:t>📁 Directory 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Interview_Coach/</a:t>
            </a:r>
            <a:br/>
            <a:r>
              <a:t>├── index.js                  # Express server entry</a:t>
            </a:r>
            <a:br/>
            <a:r>
              <a:t>├── db.js                     # PostgreSQL connection + schema</a:t>
            </a:r>
            <a:br/>
            <a:r>
              <a:t>├── authentication/</a:t>
            </a:r>
            <a:br/>
            <a:r>
              <a:t>│   ├── route/auth.js         # Auth REST endpoints</a:t>
            </a:r>
            <a:br/>
            <a:r>
              <a:t>│   ├── model/user.js         # User DB queries</a:t>
            </a:r>
            <a:br/>
            <a:r>
              <a:t>│   ├── middleWares/auth.js   # JWT verification</a:t>
            </a:r>
            <a:br/>
            <a:r>
              <a:t>│   └── validation/validate.js # Input validation</a:t>
            </a:r>
            <a:br/>
            <a:r>
              <a:t>├── interview/</a:t>
            </a:r>
            <a:br/>
            <a:r>
              <a:t>│   ├── route/interview.js    # Interview + AI endpoints</a:t>
            </a:r>
            <a:br/>
            <a:r>
              <a:t>│   └── model/interview.js    # Session DB queries</a:t>
            </a:r>
            <a:br/>
            <a:r>
              <a:t>├── python_services/</a:t>
            </a:r>
            <a:br/>
            <a:r>
              <a:t>│   ├── app.py                # Flask server (port 5000)</a:t>
            </a:r>
            <a:br/>
            <a:r>
              <a:t>│   ├── model_gaze.py         # Gaze + Emotion detection</a:t>
            </a:r>
            <a:br/>
            <a:r>
              <a:t>│   ├── model_jd.py           # JD-Resume TF-IDF matching</a:t>
            </a:r>
            <a:br/>
            <a:r>
              <a:t>│   ├── audio_analysis.py     # Speech metrics analysis</a:t>
            </a:r>
            <a:br/>
            <a:r>
              <a:t>│   └── video_analysis.py     # MediaPipe + DeepFace</a:t>
            </a:r>
            <a:br/>
            <a:r>
              <a:t>├── public/</a:t>
            </a:r>
            <a:br/>
            <a:r>
              <a:t>│   ├── js/app.js             # Frontend logic (1377 lines)</a:t>
            </a:r>
            <a:br/>
            <a:r>
              <a:t>│   ├── css/style.css         # Dark theme styles</a:t>
            </a:r>
            <a:br/>
            <a:r>
              <a:t>│   ├── interview.html        # Interview session page</a:t>
            </a:r>
            <a:br/>
            <a:r>
              <a:t>│   └── dashboard.html        # History + results</a:t>
            </a:r>
            <a:br/>
            <a:r>
              <a:t>└── uploads/                  # Recorded video storage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303520" cy="475488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Calibri"/>
              </a:defRPr>
            </a:pPr>
            <a:r>
              <a:t>⚙ Module Responsibilities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23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index.js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423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Server entry point, middleware config, route mounting, static file serving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93522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db.js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93522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PostgreSQL pool, table creation (users, questions, sessions), seed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4472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auth.js (route)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44728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Register, Login (JWT), Profile GET/PUT with validation + bcrypt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9593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interview.js (route)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95935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Upload, Chat (Gemini), Batch processing, JD compare, Sessions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47141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app.py (Flask)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471416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5 endpoints: /health, /transcribe, /gaze-detect, /compare-jd, /extract-text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983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model_gaze.py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83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Haar cascade face/eye detection, FER emotions, gaze pattern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4955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audio_analysis.py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549554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Librosa pitch/pause, WPM, filler detection, clarity/fluency scoring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0076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app.js (Frontend)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600760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Auth state, dashboard, interview flow, camera, speech rec, gaze monitoring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Conclusion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Summary and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303520" cy="438912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✅ Key Achievements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✓ End-to-end AI interview simulation platform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✓ Context-aware question generation (JD + Resume)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✓ Real-time gaze &amp; emotion monitoring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✓ Multi-modal analysis (Video + Audio + NLP)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✓ Automated speech metrics (WPM, fillers, fluency)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✓ NLP-powered answer scoring (4 dimensions)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✓ Comprehensive results dashboard with charts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✓ Secure authentication with JWT + bcrypt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✓ Modular 3-tier microservice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920240"/>
            <a:ext cx="5303520" cy="438912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Calibri"/>
              </a:defRPr>
            </a:pPr>
            <a:r>
              <a:t>🚀 Future Enhancements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56032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◆ Custom CNN gaze model (trained on Columbia dataset)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◆ Multi-language interview support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◆ Interview replay with annotated timestamps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◆ Progress tracking across multiple sessions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◆ Peer comparison &amp; leaderboards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◆ Mobile-responsive PWA version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◆ Cloud deployment (AWS/GCP)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◆ Integration with job portals (LinkedIn etc.)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◆ Body language analysis via full-body pose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760720"/>
            <a:ext cx="10972800" cy="73152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5806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Thank You!   • 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1867</Words>
  <Application>Microsoft Office PowerPoint</Application>
  <PresentationFormat>Widescreen</PresentationFormat>
  <Paragraphs>248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SVS</cp:lastModifiedBy>
  <cp:revision>3</cp:revision>
  <dcterms:created xsi:type="dcterms:W3CDTF">2013-01-27T09:14:16Z</dcterms:created>
  <dcterms:modified xsi:type="dcterms:W3CDTF">2026-02-13T08:04:25Z</dcterms:modified>
  <cp:category/>
</cp:coreProperties>
</file>